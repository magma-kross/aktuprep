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Poppins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Poppins SemiBold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PoppinsSemiBold-bold.fntdata"/><Relationship Id="rId23" Type="http://schemas.openxmlformats.org/officeDocument/2006/relationships/font" Target="fonts/Poppins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SemiBold-boldItalic.fntdata"/><Relationship Id="rId25" Type="http://schemas.openxmlformats.org/officeDocument/2006/relationships/font" Target="fonts/Poppins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Poppins-regular.fntdata"/><Relationship Id="rId14" Type="http://schemas.openxmlformats.org/officeDocument/2006/relationships/slide" Target="slides/slide9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19" Type="http://schemas.openxmlformats.org/officeDocument/2006/relationships/font" Target="fonts/Lato-regular.fntdata"/><Relationship Id="rId18" Type="http://schemas.openxmlformats.org/officeDocument/2006/relationships/font" Target="fonts/Poppi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11" Type="http://schemas.openxmlformats.org/officeDocument/2006/relationships/image" Target="../media/image12.png"/><Relationship Id="rId10" Type="http://schemas.openxmlformats.org/officeDocument/2006/relationships/image" Target="../media/image13.png"/><Relationship Id="rId12" Type="http://schemas.openxmlformats.org/officeDocument/2006/relationships/image" Target="../media/image15.png"/><Relationship Id="rId9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9.png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1897558"/>
            <a:ext cx="9001125" cy="2468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Three-Schema Architecture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of </a:t>
            </a:r>
            <a:r>
              <a:rPr b="1" i="0" lang="en-US" sz="54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DBMS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4594770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An overview of the ANSI/SPARC Database Architecture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1104900" y="1878210"/>
            <a:ext cx="4705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Definition: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Also known as the ANSI/SPARC Architecture, it is a framework that separates the database into three distinct levels.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1104900" y="3021210"/>
            <a:ext cx="470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Primary Goal: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 provide robust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 abstraction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 independence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104900" y="3859410"/>
            <a:ext cx="4705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Versatility: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Allows multiple users to view and interact with the exact same database in completely different ways.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104900" y="5002410"/>
            <a:ext cx="470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Security: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By separating views, it ensures users only see the data they are authorized to access.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762000" y="571500"/>
            <a:ext cx="1120140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is the Three-Schema Architecture?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9726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4026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87846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02146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764059"/>
            <a:ext cx="5048250" cy="4191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10375" y="1764059"/>
            <a:ext cx="4191000" cy="419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64059"/>
            <a:ext cx="504825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762000" y="1344959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architecture relies on structured mappings between three core layers: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104900" y="2183159"/>
            <a:ext cx="470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External Level: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top layer, defining various individual user views.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104900" y="3021359"/>
            <a:ext cx="470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External-Conceptual Mapping: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Translates user views into logical structures.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104900" y="3859559"/>
            <a:ext cx="470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Conceptual Level: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middle layer, defining the database's global logical structure.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104900" y="4697759"/>
            <a:ext cx="470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Conceptual-Internal Mapping: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Translates logical constructs into physical storage parameters.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104900" y="5535959"/>
            <a:ext cx="470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Internal Level: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bottom layer, dictating actual physical storage on the hardware.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0375" y="1764059"/>
            <a:ext cx="419100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62000" y="483989"/>
            <a:ext cx="1120140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Visualizing the Architecture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202209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040409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878609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716809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555009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27795"/>
            <a:ext cx="3302049" cy="3463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5049" y="2127795"/>
            <a:ext cx="3302049" cy="3463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27795"/>
            <a:ext cx="3302049" cy="3463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6325" y="251832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1076325" y="3508920"/>
            <a:ext cx="218027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External Level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076325" y="3981301"/>
            <a:ext cx="26733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highest level of abstraction. Focuses on individual user views and hides the rest of the database.</a:t>
            </a:r>
            <a:endParaRPr/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59374" y="251832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4759374" y="3508920"/>
            <a:ext cx="2770346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Conceptual Level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759374" y="3981301"/>
            <a:ext cx="26733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logical blueprint. Defines tables, relationships, and constraints for the entire database globally.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42424" y="251832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8442424" y="3508920"/>
            <a:ext cx="222027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Internal Level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442424" y="3981301"/>
            <a:ext cx="26733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lowest physical level. Dictates exactly how data is encoded and stored on the hard drives.</a:t>
            </a:r>
            <a:endParaRPr/>
          </a:p>
        </p:txBody>
      </p:sp>
      <p:pic>
        <p:nvPicPr>
          <p:cNvPr descr="image.png" id="139" name="Google Shape;139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43012" y="270882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26062" y="270882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32924" y="270882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762000" y="571500"/>
            <a:ext cx="1120140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Three Levels at a Glance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1104900" y="1459110"/>
            <a:ext cx="470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Highest Abstraction: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Represents the highest level of abstraction in the DBMS.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1104900" y="2297310"/>
            <a:ext cx="470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User-Centric: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Describes only the specific part of the database that a particular user is permitted to access.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1104900" y="3135510"/>
            <a:ext cx="4705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Multiple Views: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Different users can have entirely different, customized views of the same underlying database.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1104900" y="4278510"/>
            <a:ext cx="470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Complexity Hidden: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Completely hides all complex logical and physical database details from the end-user.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1104900" y="5116710"/>
            <a:ext cx="4705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Example: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HR department sees employee personal details, while the Accounts department only sees salary details.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762000" y="571500"/>
            <a:ext cx="1120140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External Level (View Level)</a:t>
            </a:r>
            <a:endParaRPr/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47816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1636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15456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29756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13576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0375" y="1764059"/>
            <a:ext cx="4191000" cy="419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1104900" y="2030610"/>
            <a:ext cx="470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Global View: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Represents the complete logical structure of the entire database for a community of users.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1104900" y="2868810"/>
            <a:ext cx="470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Schema Definition: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Explicitly defines entities, relationships, constraints, and data types.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1104900" y="3707010"/>
            <a:ext cx="4705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Physical Independence: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Completely hides physical storage structures and access details from the users above it.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1104900" y="4850010"/>
            <a:ext cx="470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DBA Domain: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This level is primarily managed and maintained by the Database Administrator (DBA).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762000" y="571500"/>
            <a:ext cx="1120140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Conceptual Level (Logical Level)</a:t>
            </a:r>
            <a:endParaRPr/>
          </a:p>
        </p:txBody>
      </p:sp>
      <p:pic>
        <p:nvPicPr>
          <p:cNvPr descr="image.png" id="170" name="Google Shape;17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4966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88786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72606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86906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0375" y="1764059"/>
            <a:ext cx="4191000" cy="419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1104900" y="2030610"/>
            <a:ext cx="470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Lowest Abstraction: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lowest level of abstraction before hitting actual hardware.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1104900" y="2868810"/>
            <a:ext cx="470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Storage Details: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Describes precisely how data is actually stored on physical storage devices (like HDDs/SSDs).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1104900" y="3707010"/>
            <a:ext cx="4705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Technical Scope: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Includes complex parameters like file organization, data compression, encryption, indexing, and storage allocation.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1104900" y="4850010"/>
            <a:ext cx="470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Optimization Focus: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Primarily focuses on performance tuning and highly efficient data storage/retrieval methods.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762000" y="571500"/>
            <a:ext cx="1120140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Internal Level (Physical Level)</a:t>
            </a:r>
            <a:endParaRPr/>
          </a:p>
        </p:txBody>
      </p:sp>
      <p:pic>
        <p:nvPicPr>
          <p:cNvPr descr="image.png" id="185" name="Google Shape;18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4966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88786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72606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86906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0375" y="1764059"/>
            <a:ext cx="4191000" cy="419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/>
          <p:nvPr/>
        </p:nvSpPr>
        <p:spPr>
          <a:xfrm>
            <a:off x="849800" y="1501530"/>
            <a:ext cx="9525000" cy="1146600"/>
          </a:xfrm>
          <a:prstGeom prst="roundRect">
            <a:avLst>
              <a:gd fmla="val 996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1516550" y="1730130"/>
            <a:ext cx="8629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Improves Security: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Enhances security by restricting user views to only authorized data components.</a:t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849800" y="2838601"/>
            <a:ext cx="9525000" cy="1146600"/>
          </a:xfrm>
          <a:prstGeom prst="roundRect">
            <a:avLst>
              <a:gd fmla="val 996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1516550" y="3067201"/>
            <a:ext cx="8629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Provides Data Independence: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Changes in lower levels (e.g., hardware upgrades) do not affect higher-level user applications.</a:t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849800" y="4175673"/>
            <a:ext cx="9525000" cy="1146600"/>
          </a:xfrm>
          <a:prstGeom prst="roundRect">
            <a:avLst>
              <a:gd fmla="val 996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1516550" y="4404273"/>
            <a:ext cx="8629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Supports Multiple Views: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Effortlessly supports multiple different user perspectives of the same centralized data.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849800" y="5512745"/>
            <a:ext cx="9525000" cy="1146600"/>
          </a:xfrm>
          <a:prstGeom prst="roundRect">
            <a:avLst>
              <a:gd fmla="val 996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1516550" y="5741345"/>
            <a:ext cx="8629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Simplifies Management: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Centralizes the logical blueprint, simplifying overall database administration and maintenance.</a:t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849800" y="2638576"/>
            <a:ext cx="9525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849800" y="3975648"/>
            <a:ext cx="9525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849800" y="5312720"/>
            <a:ext cx="9525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849800" y="6649792"/>
            <a:ext cx="9525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849800" y="7986864"/>
            <a:ext cx="9525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7" name="Google Shape;2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7925" y="193670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7925" y="3273775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7925" y="4610847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7925" y="5947919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278300" y="640560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Advantages of Three-Schema Architecture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/>
          <p:nvPr/>
        </p:nvSpPr>
        <p:spPr>
          <a:xfrm>
            <a:off x="5524500" y="2356544"/>
            <a:ext cx="1143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2095500" y="2699444"/>
            <a:ext cx="8001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2286000" y="3568005"/>
            <a:ext cx="7620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Three-Schema Architecture intelligently divides a database into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External, Conceptual, and Internal levels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This clear separation guarantees robust data abstraction, strict security, and critical data independence, ultimately making modern database systems significantly easier to build, manage, and scale.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